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93755"/>
                </a:solidFill>
              </a:defRPr>
            </a:pPr>
            <a:r>
              <a:t>Telecom Customer Churn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718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69A0"/>
                </a:solidFill>
              </a:defRPr>
            </a:pPr>
            <a:r>
              <a:t>Mini Project – Data Analysis using Microsoft Excel</a:t>
            </a:r>
          </a:p>
          <a:p>
            <a:pPr algn="ctr">
              <a:defRPr sz="1800">
                <a:solidFill>
                  <a:srgbClr val="232323"/>
                </a:solidFill>
              </a:defRPr>
            </a:pPr>
            <a:r>
              <a:t>Presented by: Dharani</a:t>
            </a:r>
          </a:p>
          <a:p>
            <a:pPr algn="ctr">
              <a:defRPr sz="1600">
                <a:solidFill>
                  <a:srgbClr val="232323"/>
                </a:solidFill>
              </a:defRPr>
            </a:pPr>
            <a:r>
              <a:t>B.E. Electrical and Electronics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Customer churn refers to customers leaving or discontinuing a telecom service.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High churn can reduce customer base, revenue and long-term business growth.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Data analysis helps identify customer groups and service factors associated with churn.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This project uses Excel to analyze telecom customer data and build a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Measure the total number of churned customers and overall churn rate.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Identify contract, tenure, service and payment categories with higher churn.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Analyze customer characteristics such as gender, partner status and senior-citizen status.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Create KPIs, Pivot Tables, charts and slicers for interactive analysis.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Present the findings through a professional telecom churn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Problem Statements –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1. How many customers have churned?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2. Which contract has more churn?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3. Which tenure group has more churn?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4. Which internet service has more churn?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5. Which payment method has more churn?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Problem Statements –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6. Do senior citizens churn more?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7. Does monthly charge affect churn?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8. Do customers with partners churn less?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9. Which gender has more churn?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10. Which services have more churn?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Dataset: Telecom Customer Churn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Total records: 7,043 customers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Customer attributes: CustomerID, gender, senior-citizen status and partner status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Service attributes: phone, internet and streaming services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Billing attributes: contract, payment method, monthly charges and total charges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Target variable: Churn (Yes / 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Raw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Screenshot 2026-10-05 173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Data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Checked the dataset structure and column names.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Reviewed missing, blank and inconsistent values.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Checked and corrected data types for numerical and categorical fields.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Prepared the data as an Excel Table for analysis.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Created useful categories such as Tenure Groups and Senior Citizen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Data Transformation &amp;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Cleaned and organized the dataset for Pivot Table analysis.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Grouped tenure values into meaningful tenure categories.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Prepared categorical fields for churn comparison.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Used the cleaned table as the source for Pivot Tables and Pivot Charts.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The final prepared dataset contains 7,043 customer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06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6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Total Customers</a:t>
            </a:r>
          </a:p>
          <a:p>
            <a:pPr algn="ctr">
              <a:defRPr sz="2700" b="1">
                <a:solidFill>
                  <a:srgbClr val="3769A0"/>
                </a:solidFill>
              </a:defRPr>
            </a:pPr>
            <a:r>
              <a:t>7,043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508760"/>
            <a:ext cx="2606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6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Churned Customers</a:t>
            </a:r>
          </a:p>
          <a:p>
            <a:pPr algn="ctr">
              <a:defRPr sz="2700" b="1">
                <a:solidFill>
                  <a:srgbClr val="3769A0"/>
                </a:solidFill>
              </a:defRPr>
            </a:pPr>
            <a:r>
              <a:t>1,869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4" y="1508760"/>
            <a:ext cx="2606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6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Churn Rate</a:t>
            </a:r>
          </a:p>
          <a:p>
            <a:pPr algn="ctr">
              <a:defRPr sz="2700" b="1">
                <a:solidFill>
                  <a:srgbClr val="3769A0"/>
                </a:solidFill>
              </a:defRPr>
            </a:pPr>
            <a:r>
              <a:t>26.54%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26296" y="1508760"/>
            <a:ext cx="2606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6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55"/>
                </a:solidFill>
              </a:defRPr>
            </a:pPr>
            <a:r>
              <a:t>Avg. Monthly Charges</a:t>
            </a:r>
          </a:p>
          <a:p>
            <a:pPr algn="ctr">
              <a:defRPr sz="2700" b="1">
                <a:solidFill>
                  <a:srgbClr val="3769A0"/>
                </a:solidFill>
              </a:defRPr>
            </a:pPr>
            <a:r>
              <a:t>64.76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The dashboard KPIs provide a quick summary of the customer base and churn situation.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Charts – Churn &amp; Contract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1: Overall Churn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2: Contract-wise Churn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Charts – Tenure &amp; Internet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3: Tenure Group vs Churn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4: Internet Service vs Churn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Charts – Payment &amp; Senior Citizens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5: Payment Method vs Churn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4406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6: Senior Citizen vs Churn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 – Monthly Charges &amp;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7: Monthly Charges Category vs Churn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 – Partner &amp;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8: Partner vs Churn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 – Gender &amp;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9: Gender vs Churn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Chart – Services &amp;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448056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Chart 10: Service-wise Churn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Slicers – Interactive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Gender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Senior Citizen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Contract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Internet Service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Payment Method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Partner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</a:defRPr>
            </a:pPr>
            <a:r>
              <a:t>Tenure 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502920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769A0"/>
                </a:solidFill>
              </a:defRPr>
            </a:pPr>
            <a:r>
              <a:t>Insert screenshot of your slicers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Final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pic>
        <p:nvPicPr>
          <p:cNvPr id="6" name="Picture 5" descr="Screenshot 2026-10-05 2005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292840" cy="2971800"/>
          </a:xfrm>
          <a:prstGeom prst="rect">
            <a:avLst/>
          </a:prstGeom>
        </p:spPr>
      </p:pic>
      <p:pic>
        <p:nvPicPr>
          <p:cNvPr id="7" name="Picture 6" descr="Screenshot 2026-10-05 2006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86200"/>
            <a:ext cx="1129284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5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The telecom dataset contains 7,043 customers, of which 1,869 customers have churned.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The overall churn rate is 26.54%, showing a significant level of customer loss.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The analysis compares churn across contract, tenure, services, payment method and customer characteristics.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KPIs, Pivot Charts and slicers make the analysis easier to understand and explore.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The dashboard can help identify high-churn customer segments and support data-driven retention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